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/>
  <p:sldIdLst>
    <p:sldId id="256" r:id="rId1"/>
    <p:sldId id="257" r:id="rId2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S3 Spike Test PPT</a:t>
            </a:r>
          </a:p>
          <a:p>
            <a:r>
              <a:t>Slide 1: Testing jszip+xml for PPTX parsing</a:t>
            </a:r>
          </a:p>
          <a:p>
            <a:r>
              <a:t>This slide contains plain text paragraphs.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Conclusion slide</a:t>
            </a:r>
          </a:p>
          <a:p>
            <a:r>
              <a:t>Key metric: 55 tables need parsing.</a:t>
            </a:r>
          </a:p>
        </p:txBody>
      </p:sp>
    </p:spTree>
  </p:cSld>
</p:sld>
</file>